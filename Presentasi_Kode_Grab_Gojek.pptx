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Analisis Grab vs Gojek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Ringkasan Implementasi dan Output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shot 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shot (4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shot (4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shot (4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shot (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